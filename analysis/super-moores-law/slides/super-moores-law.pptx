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dot is a published API list price per million tokens; the axis is logarithmic, so each gridline down is 10x cheaper. Three things to land. First, the floor: GPT-3 cost $60 per million tokens in 2020; today GPT-5.6 Luna costs 45 cents blended, and DeepSeek serves near-frontier models at 14 cents input. That's a 99%+ collapse in six years. Second, the cuts are events, not drift: o3 fell 80% in one day in June 2025, Anthropic cut the Opus tier 67% in November 2025, and OpenAI cut Luna 80% three weeks after launch in July 2026 — that Luna claim is verified against OpenAI's own announcement and CNBC. Third, honesty note: premium flagship list prices reversed upward in 2025-26 (GPT-5.2 through 5.5 quadrupled input price; Fable 5 opened a $10/$50 tier). The right mental model: the price of the BEST model is roughly flat-to-up; the price of ANY GIVEN capability level collapses. All figures are standard-tier list prices — batch and caching discounts make the real decline steeper.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value map: capability up the y-axis, blended cost across the x-axis on a log scale, bubble size is the context window. Best value is top-left. The capability score is a documented composite: GPQA-Diamond — PhD-level science questions, normalized above the 25% guessing floor — averaged with SWE-bench Verified, the standard real-world coding benchmark. Older models that predate those tests are chained in from MMLU at the GPT-4 overlap point and flagged as estimates. GPT-3 sits bottom-right: index 1. GPT-4 in 2023 bought 5x more intelligence per dollar. Today's value frontier — DeepSeek V4-Pro, Qwen 3.6, GPT-5.6 Luna — sits top-left at 1,000 to 2,800x. One dollar buys roughly three orders of magnitude more measured capability than in 2020, and about 300x more even if you insist on a premium frontier model. Caveat to volunteer if asked: benchmarks are saturating at the top, so if anything this understates recent gains; and reasoning models bill hidden thinking tokens, so per-task costs fall somewhat less than per-token prices.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hero chart: the orange line is the best intelligence-per-dollar available at each moment; blue restricts to premium frontier models; the gray dashed line is what Moore's Law — doubling every two years — would have delivered from the same 2020 starting point: about 8x by now. The observed curves delivered roughly 2,800x and 300x. That is a doubling every 6.5 months for the value tier and every 9 months at the frontier — three to four times faster than the Moore's Law benchmark. We are explicitly NOT claiming AI follows Moore's Law; we're using it as the familiar yardstick for 'fast'. The milestones carry the capability side of the story: 2K context to 1-2 million, text-only to multimodal and agentic, 44% on MMLU to 94% on PhD-level GPQA and 97% on real coding tasks. Three takeaways, right rail: costs down 99%+, capability per dollar up ~2,800x, doubling every 6-9 months. External literature (Epoch, a16z, Stanford HAI, MIT) measures the same phenomenon at 10-50x per year for constant capability — our numbers are the conservative end. Strategic close for VetIntel: anything we build on today's model prices gets ~2x cheaper or ~2x smarter within a year — design products assuming the intelligence budget keeps compounding.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Collapse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quickly has the cost of accessing capable AI fallen?</a:t>
            </a:r>
            <a:endParaRPr lang="en-US" sz="1400" dirty="0"/>
          </a:p>
        </p:txBody>
      </p:sp>
      <p:pic>
        <p:nvPicPr>
          <p:cNvPr id="4" name="Image 0" descr="charts/chart1_cost_collap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325880"/>
            <a:ext cx="8549640" cy="40050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98280" y="13258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AF2FC"/>
          </a:solidFill>
          <a:ln/>
        </p:spPr>
      </p:sp>
      <p:sp>
        <p:nvSpPr>
          <p:cNvPr id="6" name="Text 3"/>
          <p:cNvSpPr/>
          <p:nvPr/>
        </p:nvSpPr>
        <p:spPr>
          <a:xfrm>
            <a:off x="9281160" y="14356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−99.25%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9281160" y="1929384"/>
            <a:ext cx="2331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price of a capable token: GPT-3 $60.00 (2020) → GPT-5.6 Luna $0.45 per 1M tokens (Jul 2026)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098280" y="28803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AF2FC"/>
          </a:solidFill>
          <a:ln/>
        </p:spPr>
      </p:sp>
      <p:sp>
        <p:nvSpPr>
          <p:cNvPr id="9" name="Text 6"/>
          <p:cNvSpPr/>
          <p:nvPr/>
        </p:nvSpPr>
        <p:spPr>
          <a:xfrm>
            <a:off x="9281160" y="29900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133×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9281160" y="3483864"/>
            <a:ext cx="2331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in 6 years — before batch (−50%) and cached-input (−90%) discounts, which make it steeper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098280" y="443484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FDEFE9"/>
          </a:solidFill>
          <a:ln/>
        </p:spPr>
      </p:sp>
      <p:sp>
        <p:nvSpPr>
          <p:cNvPr id="12" name="Text 9"/>
          <p:cNvSpPr/>
          <p:nvPr/>
        </p:nvSpPr>
        <p:spPr>
          <a:xfrm>
            <a:off x="9281160" y="454456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9281160" y="5038344"/>
            <a:ext cx="2331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Luna price cut on Jul 30, 2026, three weeks after launch — verified via OpenAI + CNBC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54864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dot is a model's list price at launch or reprice (log scale — each gridline is 10× cheaper). The floor falls relentlessly; premium flagships (GPT-5.5, Fable 5) ticked back up in 2026 even as any fixed capability level kept getting cheaper.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Prices: official vendor announcements &amp; pricing pages, cross-checked Aug 2, 2026 (OpenRouter, Artificial Analysis, llm-stats, CNBC). Full per-point sources: data/models.csv + SOURCES.md.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per Dollar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more capability does one dollar buy today?</a:t>
            </a:r>
            <a:endParaRPr lang="en-US" sz="1400" dirty="0"/>
          </a:p>
        </p:txBody>
      </p:sp>
      <p:pic>
        <p:nvPicPr>
          <p:cNvPr id="4" name="Image 0" descr="charts/chart2_intelligence_per_do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8549640" cy="42611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98280" y="1298448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DEFE9"/>
          </a:solidFill>
          <a:ln/>
        </p:spPr>
      </p:sp>
      <p:sp>
        <p:nvSpPr>
          <p:cNvPr id="6" name="Text 3"/>
          <p:cNvSpPr/>
          <p:nvPr/>
        </p:nvSpPr>
        <p:spPr>
          <a:xfrm>
            <a:off x="9281160" y="14081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2,790×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9281160" y="190195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intelligence per dollar than GPT-3 — best-value model (Gemini 2.0 Flash, Feb 2025)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098280" y="2807208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DEFE9"/>
          </a:solidFill>
          <a:ln/>
        </p:spPr>
      </p:sp>
      <p:sp>
        <p:nvSpPr>
          <p:cNvPr id="9" name="Text 6"/>
          <p:cNvSpPr/>
          <p:nvPr/>
        </p:nvSpPr>
        <p:spPr>
          <a:xfrm>
            <a:off x="9281160" y="29169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2,160×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9281160" y="34107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Luna (Jul 2026): 93-point capability at $0.45 per 1M tokens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098280" y="4315968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AF2FC"/>
          </a:solidFill>
          <a:ln/>
        </p:spPr>
      </p:sp>
      <p:sp>
        <p:nvSpPr>
          <p:cNvPr id="12" name="Text 9"/>
          <p:cNvSpPr/>
          <p:nvPr/>
        </p:nvSpPr>
        <p:spPr>
          <a:xfrm>
            <a:off x="9281160" y="44256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≈300×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9281160" y="491947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premium frontier tier (Grok 4.5, Claude Opus 5) buys ~300× more capability per dollar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568756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method: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= composite of GPQA-Diamond (normalized above the 25% chance floor) and SWE-bench Verified; pre-2023 models chained from MMLU at the GPT-4 overlap. Index = capability ÷ blended $/1M tokens, GPT-3 (2020) = 1. Estimates flagged in the dataset; benchmark saturation makes recent gains conservative.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Benchmarks: vendor model cards, GPQA paper (Rein et al. 2023), llm-stats/BenchLM Aug-2026 snapshots; AA Intelligence Index versions NOT mixed. Methodology: SOURCES.md §3–4.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 Moore's Law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doesn't literally follow Moore's Law — but capability per dollar is currently compounding ~3× faster than Moore's pace.</a:t>
            </a:r>
            <a:endParaRPr lang="en-US" sz="1400" dirty="0"/>
          </a:p>
        </p:txBody>
      </p:sp>
      <p:pic>
        <p:nvPicPr>
          <p:cNvPr id="4" name="Image 0" descr="charts/chart3_super_moores_l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85496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98280" y="1298448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AF2FC"/>
          </a:solidFill>
          <a:ln/>
        </p:spPr>
      </p:sp>
      <p:sp>
        <p:nvSpPr>
          <p:cNvPr id="6" name="Text 3"/>
          <p:cNvSpPr/>
          <p:nvPr/>
        </p:nvSpPr>
        <p:spPr>
          <a:xfrm>
            <a:off x="9281160" y="14081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−99%+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9281160" y="190195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decline: $60 → $0.45 per 1M blended tokens (133×); GPT-3-class capability ~1,000× cheaper (a16z)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098280" y="2807208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DEFE9"/>
          </a:solidFill>
          <a:ln/>
        </p:spPr>
      </p:sp>
      <p:sp>
        <p:nvSpPr>
          <p:cNvPr id="9" name="Text 6"/>
          <p:cNvSpPr/>
          <p:nvPr/>
        </p:nvSpPr>
        <p:spPr>
          <a:xfrm>
            <a:off x="9281160" y="29169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~2,800×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9281160" y="341071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capability per dollar since GPT-3 (best-value tier); ≈300× at the premium frontier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098280" y="4315968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EAF2FC"/>
          </a:solidFill>
          <a:ln/>
        </p:spPr>
      </p:sp>
      <p:sp>
        <p:nvSpPr>
          <p:cNvPr id="12" name="Text 9"/>
          <p:cNvSpPr/>
          <p:nvPr/>
        </p:nvSpPr>
        <p:spPr>
          <a:xfrm>
            <a:off x="9281160" y="44256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~6–9 mo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9281160" y="4919472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time of AI capability per dollar — vs 24 months for the Moore's Law benchmark (≈8× over the same six years)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5650992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Corroboration: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AI: constant-capability inference prices fell 9–900×/yr (median ~50×). a16z: ~10×/yr. Stanford HAI: GPT-3.5-class cost fell 280× in 18 months. MIT FutureTech: 5–10×/yr. Our 6–9-month doubling is the conservative end.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envelopes computed from data/models.csv (best index achieved to date, per tier). Moore's Law line: 2× every 24 months from Jun 2020. Literature: SOURCES.md §7.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Super Moore's Law of AI</dc:title>
  <dc:subject>PptxGenJS Presentation</dc:subject>
  <dc:creator>VetIntel Analysis</dc:creator>
  <cp:lastModifiedBy>VetIntel Analysis</cp:lastModifiedBy>
  <cp:revision>1</cp:revision>
  <dcterms:created xsi:type="dcterms:W3CDTF">2026-08-02T17:23:20Z</dcterms:created>
  <dcterms:modified xsi:type="dcterms:W3CDTF">2026-08-02T17:23:20Z</dcterms:modified>
</cp:coreProperties>
</file>